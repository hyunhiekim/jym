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1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544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017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283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32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9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13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67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7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65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78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33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8810F-16BE-4180-9F52-B47B51347AF8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1248D-7C82-40C1-A366-962546C560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29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31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2026-05-14T06:30:29Z</dcterms:created>
  <dcterms:modified xsi:type="dcterms:W3CDTF">2026-05-14T06:30:41Z</dcterms:modified>
</cp:coreProperties>
</file>